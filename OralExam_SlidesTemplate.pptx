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810" r:id="rId2"/>
    <p:sldId id="811" r:id="rId3"/>
    <p:sldId id="812" r:id="rId4"/>
    <p:sldId id="813" r:id="rId5"/>
    <p:sldId id="814" r:id="rId6"/>
    <p:sldId id="816" r:id="rId7"/>
  </p:sldIdLst>
  <p:sldSz cx="9144000" cy="5143500" type="screen16x9"/>
  <p:notesSz cx="6858000" cy="9144000"/>
  <p:defaultTextStyle>
    <a:defPPr>
      <a:defRPr lang="en-US"/>
    </a:defPPr>
    <a:lvl1pPr marL="0" algn="l" defTabSz="369921" rtl="0" eaLnBrk="1" latinLnBrk="0" hangingPunct="1">
      <a:defRPr sz="1456" kern="1200">
        <a:solidFill>
          <a:schemeClr val="tx1"/>
        </a:solidFill>
        <a:latin typeface="+mn-lt"/>
        <a:ea typeface="+mn-ea"/>
        <a:cs typeface="+mn-cs"/>
      </a:defRPr>
    </a:lvl1pPr>
    <a:lvl2pPr marL="369921" algn="l" defTabSz="369921" rtl="0" eaLnBrk="1" latinLnBrk="0" hangingPunct="1">
      <a:defRPr sz="1456" kern="1200">
        <a:solidFill>
          <a:schemeClr val="tx1"/>
        </a:solidFill>
        <a:latin typeface="+mn-lt"/>
        <a:ea typeface="+mn-ea"/>
        <a:cs typeface="+mn-cs"/>
      </a:defRPr>
    </a:lvl2pPr>
    <a:lvl3pPr marL="739841" algn="l" defTabSz="369921" rtl="0" eaLnBrk="1" latinLnBrk="0" hangingPunct="1">
      <a:defRPr sz="1456" kern="1200">
        <a:solidFill>
          <a:schemeClr val="tx1"/>
        </a:solidFill>
        <a:latin typeface="+mn-lt"/>
        <a:ea typeface="+mn-ea"/>
        <a:cs typeface="+mn-cs"/>
      </a:defRPr>
    </a:lvl3pPr>
    <a:lvl4pPr marL="1109762" algn="l" defTabSz="369921" rtl="0" eaLnBrk="1" latinLnBrk="0" hangingPunct="1">
      <a:defRPr sz="1456" kern="1200">
        <a:solidFill>
          <a:schemeClr val="tx1"/>
        </a:solidFill>
        <a:latin typeface="+mn-lt"/>
        <a:ea typeface="+mn-ea"/>
        <a:cs typeface="+mn-cs"/>
      </a:defRPr>
    </a:lvl4pPr>
    <a:lvl5pPr marL="1479682" algn="l" defTabSz="369921" rtl="0" eaLnBrk="1" latinLnBrk="0" hangingPunct="1">
      <a:defRPr sz="1456" kern="1200">
        <a:solidFill>
          <a:schemeClr val="tx1"/>
        </a:solidFill>
        <a:latin typeface="+mn-lt"/>
        <a:ea typeface="+mn-ea"/>
        <a:cs typeface="+mn-cs"/>
      </a:defRPr>
    </a:lvl5pPr>
    <a:lvl6pPr marL="1849603" algn="l" defTabSz="369921" rtl="0" eaLnBrk="1" latinLnBrk="0" hangingPunct="1">
      <a:defRPr sz="1456" kern="1200">
        <a:solidFill>
          <a:schemeClr val="tx1"/>
        </a:solidFill>
        <a:latin typeface="+mn-lt"/>
        <a:ea typeface="+mn-ea"/>
        <a:cs typeface="+mn-cs"/>
      </a:defRPr>
    </a:lvl6pPr>
    <a:lvl7pPr marL="2219523" algn="l" defTabSz="369921" rtl="0" eaLnBrk="1" latinLnBrk="0" hangingPunct="1">
      <a:defRPr sz="1456" kern="1200">
        <a:solidFill>
          <a:schemeClr val="tx1"/>
        </a:solidFill>
        <a:latin typeface="+mn-lt"/>
        <a:ea typeface="+mn-ea"/>
        <a:cs typeface="+mn-cs"/>
      </a:defRPr>
    </a:lvl7pPr>
    <a:lvl8pPr marL="2589444" algn="l" defTabSz="369921" rtl="0" eaLnBrk="1" latinLnBrk="0" hangingPunct="1">
      <a:defRPr sz="1456" kern="1200">
        <a:solidFill>
          <a:schemeClr val="tx1"/>
        </a:solidFill>
        <a:latin typeface="+mn-lt"/>
        <a:ea typeface="+mn-ea"/>
        <a:cs typeface="+mn-cs"/>
      </a:defRPr>
    </a:lvl8pPr>
    <a:lvl9pPr marL="2959364" algn="l" defTabSz="369921" rtl="0" eaLnBrk="1" latinLnBrk="0" hangingPunct="1">
      <a:defRPr sz="145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D6FF"/>
    <a:srgbClr val="00BFFF"/>
    <a:srgbClr val="428BCD"/>
    <a:srgbClr val="A2142F"/>
    <a:srgbClr val="0072BD"/>
    <a:srgbClr val="D85219"/>
    <a:srgbClr val="64BADE"/>
    <a:srgbClr val="4899E2"/>
    <a:srgbClr val="0096FF"/>
    <a:srgbClr val="008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77534" autoAdjust="0"/>
  </p:normalViewPr>
  <p:slideViewPr>
    <p:cSldViewPr snapToGrid="0" snapToObjects="1">
      <p:cViewPr varScale="1">
        <p:scale>
          <a:sx n="123" d="100"/>
          <a:sy n="123" d="100"/>
        </p:scale>
        <p:origin x="1992" y="19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8" d="100"/>
        <a:sy n="128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083E89-06AB-8745-8FDC-54E31EBFA843}" type="datetimeFigureOut">
              <a:rPr lang="en-US" smtClean="0"/>
              <a:t>5/28/26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5C2EF6-E9B3-854D-90A0-4D3BFA1C1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4617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7E9933-62FB-9947-945B-C036EFDF4DB7}" type="datetimeFigureOut">
              <a:rPr lang="en-US" smtClean="0"/>
              <a:t>5/28/26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87BBFB-57ED-824F-B898-A628BB2028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06040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369921" rtl="0" eaLnBrk="1" latinLnBrk="0" hangingPunct="1">
      <a:defRPr sz="971" kern="1200">
        <a:solidFill>
          <a:schemeClr val="tx1"/>
        </a:solidFill>
        <a:latin typeface="+mn-lt"/>
        <a:ea typeface="+mn-ea"/>
        <a:cs typeface="+mn-cs"/>
      </a:defRPr>
    </a:lvl1pPr>
    <a:lvl2pPr marL="369921" algn="l" defTabSz="369921" rtl="0" eaLnBrk="1" latinLnBrk="0" hangingPunct="1">
      <a:defRPr sz="971" kern="1200">
        <a:solidFill>
          <a:schemeClr val="tx1"/>
        </a:solidFill>
        <a:latin typeface="+mn-lt"/>
        <a:ea typeface="+mn-ea"/>
        <a:cs typeface="+mn-cs"/>
      </a:defRPr>
    </a:lvl2pPr>
    <a:lvl3pPr marL="739841" algn="l" defTabSz="369921" rtl="0" eaLnBrk="1" latinLnBrk="0" hangingPunct="1">
      <a:defRPr sz="971" kern="1200">
        <a:solidFill>
          <a:schemeClr val="tx1"/>
        </a:solidFill>
        <a:latin typeface="+mn-lt"/>
        <a:ea typeface="+mn-ea"/>
        <a:cs typeface="+mn-cs"/>
      </a:defRPr>
    </a:lvl3pPr>
    <a:lvl4pPr marL="1109762" algn="l" defTabSz="369921" rtl="0" eaLnBrk="1" latinLnBrk="0" hangingPunct="1">
      <a:defRPr sz="971" kern="1200">
        <a:solidFill>
          <a:schemeClr val="tx1"/>
        </a:solidFill>
        <a:latin typeface="+mn-lt"/>
        <a:ea typeface="+mn-ea"/>
        <a:cs typeface="+mn-cs"/>
      </a:defRPr>
    </a:lvl4pPr>
    <a:lvl5pPr marL="1479682" algn="l" defTabSz="369921" rtl="0" eaLnBrk="1" latinLnBrk="0" hangingPunct="1">
      <a:defRPr sz="971" kern="1200">
        <a:solidFill>
          <a:schemeClr val="tx1"/>
        </a:solidFill>
        <a:latin typeface="+mn-lt"/>
        <a:ea typeface="+mn-ea"/>
        <a:cs typeface="+mn-cs"/>
      </a:defRPr>
    </a:lvl5pPr>
    <a:lvl6pPr marL="1849603" algn="l" defTabSz="369921" rtl="0" eaLnBrk="1" latinLnBrk="0" hangingPunct="1">
      <a:defRPr sz="971" kern="1200">
        <a:solidFill>
          <a:schemeClr val="tx1"/>
        </a:solidFill>
        <a:latin typeface="+mn-lt"/>
        <a:ea typeface="+mn-ea"/>
        <a:cs typeface="+mn-cs"/>
      </a:defRPr>
    </a:lvl6pPr>
    <a:lvl7pPr marL="2219523" algn="l" defTabSz="369921" rtl="0" eaLnBrk="1" latinLnBrk="0" hangingPunct="1">
      <a:defRPr sz="971" kern="1200">
        <a:solidFill>
          <a:schemeClr val="tx1"/>
        </a:solidFill>
        <a:latin typeface="+mn-lt"/>
        <a:ea typeface="+mn-ea"/>
        <a:cs typeface="+mn-cs"/>
      </a:defRPr>
    </a:lvl7pPr>
    <a:lvl8pPr marL="2589444" algn="l" defTabSz="369921" rtl="0" eaLnBrk="1" latinLnBrk="0" hangingPunct="1">
      <a:defRPr sz="971" kern="1200">
        <a:solidFill>
          <a:schemeClr val="tx1"/>
        </a:solidFill>
        <a:latin typeface="+mn-lt"/>
        <a:ea typeface="+mn-ea"/>
        <a:cs typeface="+mn-cs"/>
      </a:defRPr>
    </a:lvl8pPr>
    <a:lvl9pPr marL="2959364" algn="l" defTabSz="369921" rtl="0" eaLnBrk="1" latinLnBrk="0" hangingPunct="1">
      <a:defRPr sz="97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7BBFB-57ED-824F-B898-A628BB20286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9422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7BBFB-57ED-824F-B898-A628BB20286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062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7BBFB-57ED-824F-B898-A628BB20286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3505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7BBFB-57ED-824F-B898-A628BB20286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481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7BBFB-57ED-824F-B898-A628BB20286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9168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7BBFB-57ED-824F-B898-A628BB20286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259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4"/>
            <a:ext cx="7772400" cy="1102519"/>
          </a:xfrm>
        </p:spPr>
        <p:txBody>
          <a:bodyPr/>
          <a:lstStyle/>
          <a:p>
            <a:r>
              <a:rPr lang="it-IT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E3BA2-4206-6749-8453-18A2D1A808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706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E3BA2-4206-6749-8453-18A2D1A808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869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4" y="3305178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4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E3BA2-4206-6749-8453-18A2D1A808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00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751" y="1200153"/>
            <a:ext cx="4783138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75294" y="1200153"/>
            <a:ext cx="4784725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E3BA2-4206-6749-8453-18A2D1A808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253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7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2" y="1151337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2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E3BA2-4206-6749-8453-18A2D1A808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686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E3BA2-4206-6749-8453-18A2D1A808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871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E3BA2-4206-6749-8453-18A2D1A808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526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6" y="204789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92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6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E3BA2-4206-6749-8453-18A2D1A808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794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2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8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E3BA2-4206-6749-8453-18A2D1A808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207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E3BA2-4206-6749-8453-18A2D1A808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643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31145" y="205983"/>
            <a:ext cx="2428875" cy="4388644"/>
          </a:xfrm>
        </p:spPr>
        <p:txBody>
          <a:bodyPr vert="eaVert"/>
          <a:lstStyle/>
          <a:p>
            <a:r>
              <a:rPr lang="it-IT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9752" y="205983"/>
            <a:ext cx="7138988" cy="4388644"/>
          </a:xfrm>
        </p:spPr>
        <p:txBody>
          <a:bodyPr vert="eaVert"/>
          <a:lstStyle/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E3BA2-4206-6749-8453-18A2D1A808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8009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610799A-173D-7360-A134-04F1A8A0A6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9E3BA2-4206-6749-8453-18A2D1A80838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3" name="Grafik 36">
            <a:extLst>
              <a:ext uri="{FF2B5EF4-FFF2-40B4-BE49-F238E27FC236}">
                <a16:creationId xmlns:a16="http://schemas.microsoft.com/office/drawing/2014/main" id="{47AD5678-4CEA-2DC7-E999-DB7984AC04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3965" y="4675366"/>
            <a:ext cx="381755" cy="381755"/>
          </a:xfrm>
          <a:prstGeom prst="rect">
            <a:avLst/>
          </a:prstGeom>
        </p:spPr>
      </p:pic>
      <p:pic>
        <p:nvPicPr>
          <p:cNvPr id="4" name="Picture 2" descr="https://www.pressestelle.tu-berlin.de/fileadmin/a70100710/Dokumentationen/Imagematerial/TU-Logos/TU_Logo_lang_RGB_rot.png">
            <a:extLst>
              <a:ext uri="{FF2B5EF4-FFF2-40B4-BE49-F238E27FC236}">
                <a16:creationId xmlns:a16="http://schemas.microsoft.com/office/drawing/2014/main" id="{4EE744B1-CB4F-2A58-67E5-94BC32BDCE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056" y="4675366"/>
            <a:ext cx="684961" cy="381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B88B7B-5855-6C29-C61C-0B09605EBC3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71729" y="4679094"/>
            <a:ext cx="342831" cy="398258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1F022E-3F4D-173E-3D9E-30369AA44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79EB9A-1B67-CD6B-E318-68ED78173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449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3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9E3BA2-4206-6749-8453-18A2D1A808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356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/>
        </p:nvSpPr>
        <p:spPr>
          <a:xfrm>
            <a:off x="4463988" y="4894008"/>
            <a:ext cx="270030" cy="1620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92"/>
          </a:p>
        </p:txBody>
      </p:sp>
      <p:sp>
        <p:nvSpPr>
          <p:cNvPr id="9" name="Text Box 12">
            <a:extLst>
              <a:ext uri="{FF2B5EF4-FFF2-40B4-BE49-F238E27FC236}">
                <a16:creationId xmlns:a16="http://schemas.microsoft.com/office/drawing/2014/main" id="{10442352-6775-0B40-8AC9-DF1D6FC7A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9584" y="645882"/>
            <a:ext cx="5685183" cy="1769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2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2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2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2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2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Calibri" pitchFamily="34" charset="0"/>
              </a:defRPr>
            </a:lvl9pPr>
          </a:lstStyle>
          <a:p>
            <a:pPr algn="r">
              <a:spcBef>
                <a:spcPct val="0"/>
              </a:spcBef>
              <a:buNone/>
              <a:defRPr/>
            </a:pPr>
            <a:endParaRPr lang="en-US" sz="2700" b="1" dirty="0">
              <a:solidFill>
                <a:srgbClr val="003399"/>
              </a:solidFill>
              <a:latin typeface="Helvetica" pitchFamily="2" charset="0"/>
            </a:endParaRPr>
          </a:p>
          <a:p>
            <a:pPr algn="r">
              <a:spcBef>
                <a:spcPct val="0"/>
              </a:spcBef>
              <a:buNone/>
              <a:defRPr/>
            </a:pPr>
            <a:endParaRPr lang="en-US" altLang="de-DE" sz="2700" b="1" kern="0" dirty="0">
              <a:solidFill>
                <a:srgbClr val="003399"/>
              </a:solidFill>
              <a:latin typeface="Helvetica" pitchFamily="2" charset="0"/>
            </a:endParaRPr>
          </a:p>
          <a:p>
            <a:pPr algn="r">
              <a:spcBef>
                <a:spcPct val="0"/>
              </a:spcBef>
              <a:buNone/>
              <a:defRPr/>
            </a:pPr>
            <a:r>
              <a:rPr lang="en" sz="2800" cap="all" dirty="0">
                <a:solidFill>
                  <a:srgbClr val="FF0000"/>
                </a:solidFill>
                <a:latin typeface="Helvetica" pitchFamily="2" charset="0"/>
                <a:ea typeface="Verdana" panose="020B0604030504040204" pitchFamily="34" charset="0"/>
                <a:cs typeface="Verdana" panose="020B0604030504040204" pitchFamily="34" charset="0"/>
              </a:rPr>
              <a:t>TITLE</a:t>
            </a:r>
            <a:endParaRPr lang="en" sz="2700" dirty="0">
              <a:solidFill>
                <a:schemeClr val="accent1">
                  <a:lumMod val="75000"/>
                </a:schemeClr>
              </a:solidFill>
              <a:latin typeface="Helvetica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r">
              <a:spcBef>
                <a:spcPct val="0"/>
              </a:spcBef>
              <a:buNone/>
              <a:defRPr/>
            </a:pPr>
            <a:endParaRPr lang="de-DE" altLang="de-DE" sz="1200" kern="0" dirty="0">
              <a:solidFill>
                <a:srgbClr val="000000"/>
              </a:solidFill>
              <a:latin typeface="Helvetica" pitchFamily="2" charset="0"/>
            </a:endParaRPr>
          </a:p>
          <a:p>
            <a:pPr algn="r">
              <a:spcBef>
                <a:spcPct val="0"/>
              </a:spcBef>
              <a:buNone/>
              <a:defRPr/>
            </a:pPr>
            <a:endParaRPr lang="de-DE" altLang="de-DE" sz="1500" kern="0" dirty="0">
              <a:solidFill>
                <a:srgbClr val="000000"/>
              </a:solidFill>
              <a:latin typeface="Helvetica" pitchFamily="2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17CFA31-98E8-A349-B561-A1E3C1097F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493" y="576432"/>
            <a:ext cx="2215440" cy="2573617"/>
          </a:xfrm>
          <a:prstGeom prst="rect">
            <a:avLst/>
          </a:prstGeom>
        </p:spPr>
      </p:pic>
      <p:sp>
        <p:nvSpPr>
          <p:cNvPr id="7" name="Text Box 12">
            <a:extLst>
              <a:ext uri="{FF2B5EF4-FFF2-40B4-BE49-F238E27FC236}">
                <a16:creationId xmlns:a16="http://schemas.microsoft.com/office/drawing/2014/main" id="{EE30656D-A204-D441-ACC6-D34E32DDFC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5003" y="3101702"/>
            <a:ext cx="8049531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2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2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2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2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2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Calibri" pitchFamily="34" charset="0"/>
              </a:defRPr>
            </a:lvl9pPr>
          </a:lstStyle>
          <a:p>
            <a:pPr algn="r">
              <a:spcBef>
                <a:spcPct val="0"/>
              </a:spcBef>
              <a:buNone/>
              <a:defRPr/>
            </a:pPr>
            <a:r>
              <a:rPr lang="en-US" altLang="de-DE" sz="1500" b="1" kern="0" dirty="0">
                <a:solidFill>
                  <a:srgbClr val="000000"/>
                </a:solidFill>
                <a:latin typeface="Helvetica" pitchFamily="2" charset="0"/>
              </a:rPr>
              <a:t>TEAM NAME</a:t>
            </a:r>
          </a:p>
          <a:p>
            <a:pPr algn="r">
              <a:spcBef>
                <a:spcPct val="0"/>
              </a:spcBef>
              <a:buNone/>
              <a:defRPr/>
            </a:pPr>
            <a:r>
              <a:rPr lang="en-US" altLang="de-DE" sz="1500" b="1" kern="0" dirty="0">
                <a:solidFill>
                  <a:srgbClr val="000000"/>
                </a:solidFill>
                <a:latin typeface="Helvetica" pitchFamily="2" charset="0"/>
              </a:rPr>
              <a:t>Team members’ Surnames, Names </a:t>
            </a:r>
            <a:r>
              <a:rPr lang="en-US" altLang="de-DE" sz="1500" kern="0" dirty="0">
                <a:solidFill>
                  <a:srgbClr val="000000"/>
                </a:solidFill>
                <a:latin typeface="Helvetica" pitchFamily="2" charset="0"/>
              </a:rPr>
              <a:t>– University (</a:t>
            </a:r>
            <a:r>
              <a:rPr lang="en-US" altLang="de-DE" sz="1500" kern="0" dirty="0" err="1">
                <a:solidFill>
                  <a:srgbClr val="000000"/>
                </a:solidFill>
                <a:latin typeface="Helvetica" pitchFamily="2" charset="0"/>
              </a:rPr>
              <a:t>Matr</a:t>
            </a:r>
            <a:r>
              <a:rPr lang="en-US" altLang="de-DE" sz="1500" kern="0" dirty="0">
                <a:solidFill>
                  <a:srgbClr val="000000"/>
                </a:solidFill>
                <a:latin typeface="Helvetica" pitchFamily="2" charset="0"/>
              </a:rPr>
              <a:t>. Number)</a:t>
            </a:r>
          </a:p>
          <a:p>
            <a:pPr algn="r">
              <a:spcBef>
                <a:spcPct val="0"/>
              </a:spcBef>
              <a:buNone/>
              <a:defRPr/>
            </a:pPr>
            <a:endParaRPr lang="en-US" altLang="de-DE" sz="1500" kern="0" dirty="0">
              <a:solidFill>
                <a:srgbClr val="000000"/>
              </a:solidFill>
              <a:latin typeface="DI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844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/>
        </p:nvSpPr>
        <p:spPr>
          <a:xfrm>
            <a:off x="4463988" y="4894008"/>
            <a:ext cx="270030" cy="1620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92"/>
          </a:p>
        </p:txBody>
      </p:sp>
      <p:sp>
        <p:nvSpPr>
          <p:cNvPr id="9" name="Text Box 12">
            <a:extLst>
              <a:ext uri="{FF2B5EF4-FFF2-40B4-BE49-F238E27FC236}">
                <a16:creationId xmlns:a16="http://schemas.microsoft.com/office/drawing/2014/main" id="{10442352-6775-0B40-8AC9-DF1D6FC7A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9351" y="107072"/>
            <a:ext cx="5685183" cy="93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2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2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2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2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2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Calibri" pitchFamily="34" charset="0"/>
              </a:defRPr>
            </a:lvl9pPr>
          </a:lstStyle>
          <a:p>
            <a:pPr algn="r">
              <a:spcBef>
                <a:spcPct val="0"/>
              </a:spcBef>
              <a:buNone/>
              <a:defRPr/>
            </a:pPr>
            <a:r>
              <a:rPr lang="en" sz="2800" cap="all" dirty="0">
                <a:solidFill>
                  <a:srgbClr val="FF0000"/>
                </a:solidFill>
                <a:latin typeface="Helvetica" pitchFamily="2" charset="0"/>
                <a:ea typeface="Verdana" panose="020B0604030504040204" pitchFamily="34" charset="0"/>
                <a:cs typeface="Verdana" panose="020B0604030504040204" pitchFamily="34" charset="0"/>
              </a:rPr>
              <a:t>INTRODUCTION</a:t>
            </a:r>
            <a:endParaRPr lang="en" sz="2700" dirty="0">
              <a:solidFill>
                <a:schemeClr val="accent1">
                  <a:lumMod val="75000"/>
                </a:schemeClr>
              </a:solidFill>
              <a:latin typeface="Helvetica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r">
              <a:spcBef>
                <a:spcPct val="0"/>
              </a:spcBef>
              <a:buNone/>
              <a:defRPr/>
            </a:pPr>
            <a:endParaRPr lang="de-DE" altLang="de-DE" sz="1200" kern="0" dirty="0">
              <a:solidFill>
                <a:srgbClr val="000000"/>
              </a:solidFill>
              <a:latin typeface="Helvetica" pitchFamily="2" charset="0"/>
            </a:endParaRPr>
          </a:p>
          <a:p>
            <a:pPr algn="r">
              <a:spcBef>
                <a:spcPct val="0"/>
              </a:spcBef>
              <a:buNone/>
              <a:defRPr/>
            </a:pPr>
            <a:endParaRPr lang="de-DE" altLang="de-DE" sz="1500" kern="0" dirty="0">
              <a:solidFill>
                <a:srgbClr val="000000"/>
              </a:solidFill>
              <a:latin typeface="Helvetica" pitchFamily="2" charset="0"/>
            </a:endParaRPr>
          </a:p>
        </p:txBody>
      </p:sp>
      <p:sp>
        <p:nvSpPr>
          <p:cNvPr id="7" name="Text Box 12">
            <a:extLst>
              <a:ext uri="{FF2B5EF4-FFF2-40B4-BE49-F238E27FC236}">
                <a16:creationId xmlns:a16="http://schemas.microsoft.com/office/drawing/2014/main" id="{EE30656D-A204-D441-ACC6-D34E32DDFC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466" y="1354455"/>
            <a:ext cx="8462100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2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2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2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2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2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Calibri" pitchFamily="34" charset="0"/>
              </a:defRPr>
            </a:lvl9pPr>
          </a:lstStyle>
          <a:p>
            <a:pPr marL="285750" indent="-285750">
              <a:spcBef>
                <a:spcPct val="0"/>
              </a:spcBef>
              <a:buFontTx/>
              <a:buChar char="-"/>
              <a:defRPr/>
            </a:pPr>
            <a:r>
              <a:rPr lang="de-DE" altLang="de-DE" sz="1500" kern="0" dirty="0">
                <a:solidFill>
                  <a:srgbClr val="000000"/>
                </a:solidFill>
                <a:latin typeface="Helvetica" pitchFamily="2" charset="0"/>
              </a:rPr>
              <a:t>Title, </a:t>
            </a:r>
            <a:r>
              <a:rPr lang="de-DE" altLang="de-DE" sz="1500" kern="0" dirty="0" err="1">
                <a:solidFill>
                  <a:srgbClr val="000000"/>
                </a:solidFill>
                <a:latin typeface="Helvetica" pitchFamily="2" charset="0"/>
              </a:rPr>
              <a:t>authors</a:t>
            </a:r>
            <a:r>
              <a:rPr lang="de-DE" altLang="de-DE" sz="1500" kern="0" dirty="0">
                <a:solidFill>
                  <a:srgbClr val="000000"/>
                </a:solidFill>
                <a:latin typeface="Helvetica" pitchFamily="2" charset="0"/>
              </a:rPr>
              <a:t>, </a:t>
            </a:r>
            <a:r>
              <a:rPr lang="de-DE" altLang="de-DE" sz="1500" kern="0" dirty="0" err="1">
                <a:solidFill>
                  <a:srgbClr val="000000"/>
                </a:solidFill>
                <a:latin typeface="Helvetica" pitchFamily="2" charset="0"/>
              </a:rPr>
              <a:t>year</a:t>
            </a:r>
            <a:r>
              <a:rPr lang="de-DE" altLang="de-DE" sz="1500" kern="0" dirty="0">
                <a:solidFill>
                  <a:srgbClr val="000000"/>
                </a:solidFill>
                <a:latin typeface="Helvetica" pitchFamily="2" charset="0"/>
              </a:rPr>
              <a:t>, type </a:t>
            </a:r>
            <a:r>
              <a:rPr lang="de-DE" altLang="de-DE" sz="1500" kern="0" dirty="0" err="1">
                <a:solidFill>
                  <a:srgbClr val="000000"/>
                </a:solidFill>
                <a:latin typeface="Helvetica" pitchFamily="2" charset="0"/>
              </a:rPr>
              <a:t>of</a:t>
            </a:r>
            <a:r>
              <a:rPr lang="de-DE" altLang="de-DE" sz="1500" kern="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de-DE" altLang="de-DE" sz="1500" kern="0" dirty="0" err="1">
                <a:solidFill>
                  <a:srgbClr val="000000"/>
                </a:solidFill>
                <a:latin typeface="Helvetica" pitchFamily="2" charset="0"/>
              </a:rPr>
              <a:t>publication</a:t>
            </a:r>
            <a:r>
              <a:rPr lang="de-DE" altLang="de-DE" sz="1500" kern="0" dirty="0">
                <a:solidFill>
                  <a:srgbClr val="000000"/>
                </a:solidFill>
                <a:latin typeface="Helvetica" pitchFamily="2" charset="0"/>
              </a:rPr>
              <a:t> and </a:t>
            </a:r>
            <a:r>
              <a:rPr lang="de-DE" altLang="de-DE" sz="1500" kern="0" dirty="0" err="1">
                <a:solidFill>
                  <a:srgbClr val="000000"/>
                </a:solidFill>
                <a:latin typeface="Helvetica" pitchFamily="2" charset="0"/>
              </a:rPr>
              <a:t>journal</a:t>
            </a:r>
            <a:r>
              <a:rPr lang="de-DE" altLang="de-DE" sz="1500" kern="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de-DE" altLang="de-DE" sz="1500" kern="0" dirty="0" err="1">
                <a:solidFill>
                  <a:srgbClr val="000000"/>
                </a:solidFill>
                <a:latin typeface="Helvetica" pitchFamily="2" charset="0"/>
              </a:rPr>
              <a:t>for</a:t>
            </a:r>
            <a:r>
              <a:rPr lang="de-DE" altLang="de-DE" sz="1500" kern="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de-DE" altLang="de-DE" sz="1500" kern="0" dirty="0" err="1">
                <a:solidFill>
                  <a:srgbClr val="000000"/>
                </a:solidFill>
                <a:latin typeface="Helvetica" pitchFamily="2" charset="0"/>
              </a:rPr>
              <a:t>the</a:t>
            </a:r>
            <a:r>
              <a:rPr lang="de-DE" altLang="de-DE" sz="1500" kern="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de-DE" altLang="de-DE" sz="1500" kern="0" dirty="0" err="1">
                <a:solidFill>
                  <a:srgbClr val="000000"/>
                </a:solidFill>
                <a:latin typeface="Helvetica" pitchFamily="2" charset="0"/>
              </a:rPr>
              <a:t>selected</a:t>
            </a:r>
            <a:r>
              <a:rPr lang="de-DE" altLang="de-DE" sz="1500" kern="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de-DE" altLang="de-DE" sz="1500" kern="0" dirty="0" err="1">
                <a:solidFill>
                  <a:srgbClr val="000000"/>
                </a:solidFill>
                <a:latin typeface="Helvetica" pitchFamily="2" charset="0"/>
              </a:rPr>
              <a:t>paper</a:t>
            </a:r>
            <a:endParaRPr lang="de-DE" altLang="de-DE" sz="1500" kern="0" dirty="0">
              <a:solidFill>
                <a:srgbClr val="000000"/>
              </a:solidFill>
              <a:latin typeface="Helvetica" pitchFamily="2" charset="0"/>
            </a:endParaRPr>
          </a:p>
          <a:p>
            <a:pPr marL="285750" indent="-285750">
              <a:spcBef>
                <a:spcPct val="0"/>
              </a:spcBef>
              <a:buFontTx/>
              <a:buChar char="-"/>
              <a:defRPr/>
            </a:pPr>
            <a:endParaRPr lang="de-DE" altLang="de-DE" sz="1500" kern="0" dirty="0">
              <a:solidFill>
                <a:srgbClr val="000000"/>
              </a:solidFill>
              <a:latin typeface="Helvetica" pitchFamily="2" charset="0"/>
            </a:endParaRPr>
          </a:p>
          <a:p>
            <a:pPr marL="285750" indent="-285750">
              <a:spcBef>
                <a:spcPct val="0"/>
              </a:spcBef>
              <a:buFontTx/>
              <a:buChar char="-"/>
              <a:defRPr/>
            </a:pPr>
            <a:r>
              <a:rPr lang="de-DE" altLang="de-DE" sz="1500" kern="0" dirty="0">
                <a:solidFill>
                  <a:srgbClr val="000000"/>
                </a:solidFill>
                <a:latin typeface="Helvetica" pitchFamily="2" charset="0"/>
              </a:rPr>
              <a:t>General </a:t>
            </a:r>
            <a:r>
              <a:rPr lang="de-DE" altLang="de-DE" sz="1500" kern="0" dirty="0" err="1">
                <a:solidFill>
                  <a:srgbClr val="000000"/>
                </a:solidFill>
                <a:latin typeface="Helvetica" pitchFamily="2" charset="0"/>
              </a:rPr>
              <a:t>overview</a:t>
            </a:r>
            <a:r>
              <a:rPr lang="de-DE" altLang="de-DE" sz="1500" kern="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de-DE" altLang="de-DE" sz="1500" kern="0" dirty="0" err="1">
                <a:solidFill>
                  <a:srgbClr val="000000"/>
                </a:solidFill>
                <a:latin typeface="Helvetica" pitchFamily="2" charset="0"/>
              </a:rPr>
              <a:t>of</a:t>
            </a:r>
            <a:r>
              <a:rPr lang="de-DE" altLang="de-DE" sz="1500" kern="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de-DE" altLang="de-DE" sz="1500" kern="0" dirty="0" err="1">
                <a:solidFill>
                  <a:srgbClr val="000000"/>
                </a:solidFill>
                <a:latin typeface="Helvetica" pitchFamily="2" charset="0"/>
              </a:rPr>
              <a:t>the</a:t>
            </a:r>
            <a:r>
              <a:rPr lang="de-DE" altLang="de-DE" sz="1500" kern="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de-DE" altLang="de-DE" sz="1500" kern="0" dirty="0" err="1">
                <a:solidFill>
                  <a:srgbClr val="000000"/>
                </a:solidFill>
                <a:latin typeface="Helvetica" pitchFamily="2" charset="0"/>
              </a:rPr>
              <a:t>topic</a:t>
            </a:r>
            <a:r>
              <a:rPr lang="de-DE" altLang="de-DE" sz="1500" kern="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de-DE" altLang="de-DE" sz="1500" kern="0" dirty="0" err="1">
                <a:solidFill>
                  <a:srgbClr val="000000"/>
                </a:solidFill>
                <a:latin typeface="Helvetica" pitchFamily="2" charset="0"/>
              </a:rPr>
              <a:t>from</a:t>
            </a:r>
            <a:r>
              <a:rPr lang="de-DE" altLang="de-DE" sz="1500" kern="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de-DE" altLang="de-DE" sz="1500" kern="0" dirty="0" err="1">
                <a:solidFill>
                  <a:srgbClr val="000000"/>
                </a:solidFill>
                <a:latin typeface="Helvetica" pitchFamily="2" charset="0"/>
              </a:rPr>
              <a:t>the</a:t>
            </a:r>
            <a:r>
              <a:rPr lang="de-DE" altLang="de-DE" sz="1500" kern="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de-DE" altLang="de-DE" sz="1500" kern="0" dirty="0" err="1">
                <a:solidFill>
                  <a:srgbClr val="000000"/>
                </a:solidFill>
                <a:latin typeface="Helvetica" pitchFamily="2" charset="0"/>
              </a:rPr>
              <a:t>assigned</a:t>
            </a:r>
            <a:r>
              <a:rPr lang="de-DE" altLang="de-DE" sz="1500" kern="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de-DE" altLang="de-DE" sz="1500" kern="0" dirty="0" err="1">
                <a:solidFill>
                  <a:srgbClr val="000000"/>
                </a:solidFill>
                <a:latin typeface="Helvetica" pitchFamily="2" charset="0"/>
              </a:rPr>
              <a:t>paper</a:t>
            </a:r>
            <a:endParaRPr lang="de-DE" altLang="de-DE" sz="1500" kern="0" dirty="0">
              <a:solidFill>
                <a:srgbClr val="000000"/>
              </a:solidFill>
              <a:latin typeface="DIN" pitchFamily="2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212938-492F-D8B2-D463-842B73CE5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9E3BA2-4206-6749-8453-18A2D1A8083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272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/>
        </p:nvSpPr>
        <p:spPr>
          <a:xfrm>
            <a:off x="4463988" y="4894008"/>
            <a:ext cx="270030" cy="1620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92"/>
          </a:p>
        </p:txBody>
      </p:sp>
      <p:sp>
        <p:nvSpPr>
          <p:cNvPr id="9" name="Text Box 12">
            <a:extLst>
              <a:ext uri="{FF2B5EF4-FFF2-40B4-BE49-F238E27FC236}">
                <a16:creationId xmlns:a16="http://schemas.microsoft.com/office/drawing/2014/main" id="{10442352-6775-0B40-8AC9-DF1D6FC7A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4521" y="107072"/>
            <a:ext cx="7920013" cy="93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2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2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2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2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2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Calibri" pitchFamily="34" charset="0"/>
              </a:defRPr>
            </a:lvl9pPr>
          </a:lstStyle>
          <a:p>
            <a:pPr algn="r">
              <a:spcBef>
                <a:spcPct val="0"/>
              </a:spcBef>
              <a:buNone/>
              <a:defRPr/>
            </a:pPr>
            <a:r>
              <a:rPr lang="en" sz="2800" cap="all" dirty="0">
                <a:solidFill>
                  <a:srgbClr val="FF0000"/>
                </a:solidFill>
                <a:latin typeface="Helvetica" pitchFamily="2" charset="0"/>
                <a:ea typeface="Verdana" panose="020B0604030504040204" pitchFamily="34" charset="0"/>
                <a:cs typeface="Verdana" panose="020B0604030504040204" pitchFamily="34" charset="0"/>
              </a:rPr>
              <a:t>MOTIVATION &amp; RESEARCH CHALLENGE(S)</a:t>
            </a:r>
            <a:endParaRPr lang="en" sz="2700" dirty="0">
              <a:solidFill>
                <a:schemeClr val="accent1">
                  <a:lumMod val="75000"/>
                </a:schemeClr>
              </a:solidFill>
              <a:latin typeface="Helvetica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r">
              <a:spcBef>
                <a:spcPct val="0"/>
              </a:spcBef>
              <a:buNone/>
              <a:defRPr/>
            </a:pPr>
            <a:endParaRPr lang="de-DE" altLang="de-DE" sz="1200" kern="0" dirty="0">
              <a:solidFill>
                <a:srgbClr val="000000"/>
              </a:solidFill>
              <a:latin typeface="Helvetica" pitchFamily="2" charset="0"/>
            </a:endParaRPr>
          </a:p>
          <a:p>
            <a:pPr algn="r">
              <a:spcBef>
                <a:spcPct val="0"/>
              </a:spcBef>
              <a:buNone/>
              <a:defRPr/>
            </a:pPr>
            <a:endParaRPr lang="de-DE" altLang="de-DE" sz="1500" kern="0" dirty="0">
              <a:solidFill>
                <a:srgbClr val="000000"/>
              </a:solidFill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30C76-6A84-2A12-7C9C-52FBA33F5B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9E3BA2-4206-6749-8453-18A2D1A8083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326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/>
        </p:nvSpPr>
        <p:spPr>
          <a:xfrm>
            <a:off x="4463988" y="4894008"/>
            <a:ext cx="270030" cy="1620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92"/>
          </a:p>
        </p:txBody>
      </p:sp>
      <p:sp>
        <p:nvSpPr>
          <p:cNvPr id="9" name="Text Box 12">
            <a:extLst>
              <a:ext uri="{FF2B5EF4-FFF2-40B4-BE49-F238E27FC236}">
                <a16:creationId xmlns:a16="http://schemas.microsoft.com/office/drawing/2014/main" id="{10442352-6775-0B40-8AC9-DF1D6FC7A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4521" y="107072"/>
            <a:ext cx="7920013" cy="93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2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2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2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2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2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Calibri" pitchFamily="34" charset="0"/>
              </a:defRPr>
            </a:lvl9pPr>
          </a:lstStyle>
          <a:p>
            <a:pPr algn="r">
              <a:spcBef>
                <a:spcPct val="0"/>
              </a:spcBef>
              <a:buNone/>
              <a:defRPr/>
            </a:pPr>
            <a:r>
              <a:rPr lang="en" sz="2800" cap="all" dirty="0">
                <a:solidFill>
                  <a:srgbClr val="FF0000"/>
                </a:solidFill>
                <a:latin typeface="Helvetica" pitchFamily="2" charset="0"/>
                <a:ea typeface="Verdana" panose="020B0604030504040204" pitchFamily="34" charset="0"/>
                <a:cs typeface="Verdana" panose="020B0604030504040204" pitchFamily="34" charset="0"/>
              </a:rPr>
              <a:t>MATERIALS &amp; METHODS</a:t>
            </a:r>
            <a:endParaRPr lang="en" sz="2700" dirty="0">
              <a:solidFill>
                <a:schemeClr val="accent1">
                  <a:lumMod val="75000"/>
                </a:schemeClr>
              </a:solidFill>
              <a:latin typeface="Helvetica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r">
              <a:spcBef>
                <a:spcPct val="0"/>
              </a:spcBef>
              <a:buNone/>
              <a:defRPr/>
            </a:pPr>
            <a:endParaRPr lang="de-DE" altLang="de-DE" sz="1200" kern="0" dirty="0">
              <a:solidFill>
                <a:srgbClr val="000000"/>
              </a:solidFill>
              <a:latin typeface="Helvetica" pitchFamily="2" charset="0"/>
            </a:endParaRPr>
          </a:p>
          <a:p>
            <a:pPr algn="r">
              <a:spcBef>
                <a:spcPct val="0"/>
              </a:spcBef>
              <a:buNone/>
              <a:defRPr/>
            </a:pPr>
            <a:endParaRPr lang="de-DE" altLang="de-DE" sz="1500" kern="0" dirty="0">
              <a:solidFill>
                <a:srgbClr val="000000"/>
              </a:solidFill>
              <a:latin typeface="Helvetica" pitchFamily="2" charset="0"/>
            </a:endParaRPr>
          </a:p>
        </p:txBody>
      </p:sp>
      <p:sp>
        <p:nvSpPr>
          <p:cNvPr id="2" name="Text Box 12">
            <a:extLst>
              <a:ext uri="{FF2B5EF4-FFF2-40B4-BE49-F238E27FC236}">
                <a16:creationId xmlns:a16="http://schemas.microsoft.com/office/drawing/2014/main" id="{154C74FB-3421-40FF-A44D-408B9CFB76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466" y="1354455"/>
            <a:ext cx="8462100" cy="1246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2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2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2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2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2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Calibri" pitchFamily="34" charset="0"/>
              </a:defRPr>
            </a:lvl9pPr>
          </a:lstStyle>
          <a:p>
            <a:pPr marL="285750" indent="-285750">
              <a:spcBef>
                <a:spcPct val="0"/>
              </a:spcBef>
              <a:buFontTx/>
              <a:buChar char="-"/>
              <a:defRPr/>
            </a:pPr>
            <a:r>
              <a:rPr lang="de-DE" altLang="de-DE" sz="1500" kern="0" dirty="0">
                <a:solidFill>
                  <a:srgbClr val="000000"/>
                </a:solidFill>
                <a:latin typeface="Helvetica" pitchFamily="2" charset="0"/>
              </a:rPr>
              <a:t>Overall </a:t>
            </a:r>
            <a:r>
              <a:rPr lang="de-DE" altLang="de-DE" sz="1500" kern="0" dirty="0" err="1">
                <a:solidFill>
                  <a:srgbClr val="000000"/>
                </a:solidFill>
                <a:latin typeface="Helvetica" pitchFamily="2" charset="0"/>
              </a:rPr>
              <a:t>methodological</a:t>
            </a:r>
            <a:r>
              <a:rPr lang="de-DE" altLang="de-DE" sz="1500" kern="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de-DE" altLang="de-DE" sz="1500" kern="0" dirty="0" err="1">
                <a:solidFill>
                  <a:srgbClr val="000000"/>
                </a:solidFill>
                <a:latin typeface="Helvetica" pitchFamily="2" charset="0"/>
              </a:rPr>
              <a:t>approach</a:t>
            </a:r>
            <a:endParaRPr lang="de-DE" altLang="de-DE" sz="1500" kern="0" dirty="0">
              <a:solidFill>
                <a:srgbClr val="000000"/>
              </a:solidFill>
              <a:latin typeface="Helvetica" pitchFamily="2" charset="0"/>
            </a:endParaRPr>
          </a:p>
          <a:p>
            <a:pPr marL="285750" indent="-285750">
              <a:spcBef>
                <a:spcPct val="0"/>
              </a:spcBef>
              <a:buFontTx/>
              <a:buChar char="-"/>
              <a:defRPr/>
            </a:pPr>
            <a:endParaRPr lang="de-DE" altLang="de-DE" sz="1500" kern="0" dirty="0">
              <a:solidFill>
                <a:srgbClr val="000000"/>
              </a:solidFill>
              <a:latin typeface="Helvetica" pitchFamily="2" charset="0"/>
            </a:endParaRPr>
          </a:p>
          <a:p>
            <a:pPr marL="285750" indent="-285750">
              <a:spcBef>
                <a:spcPct val="0"/>
              </a:spcBef>
              <a:buFontTx/>
              <a:buChar char="-"/>
              <a:defRPr/>
            </a:pPr>
            <a:r>
              <a:rPr lang="de-DE" altLang="de-DE" sz="1500" kern="0" dirty="0">
                <a:solidFill>
                  <a:srgbClr val="000000"/>
                </a:solidFill>
                <a:latin typeface="Helvetica" pitchFamily="2" charset="0"/>
              </a:rPr>
              <a:t>More </a:t>
            </a:r>
            <a:r>
              <a:rPr lang="de-DE" altLang="de-DE" sz="1500" kern="0" dirty="0" err="1">
                <a:solidFill>
                  <a:srgbClr val="000000"/>
                </a:solidFill>
                <a:latin typeface="Helvetica" pitchFamily="2" charset="0"/>
              </a:rPr>
              <a:t>detailed</a:t>
            </a:r>
            <a:r>
              <a:rPr lang="de-DE" altLang="de-DE" sz="1500" kern="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de-DE" altLang="de-DE" sz="1500" kern="0" dirty="0" err="1">
                <a:solidFill>
                  <a:srgbClr val="000000"/>
                </a:solidFill>
                <a:latin typeface="Helvetica" pitchFamily="2" charset="0"/>
              </a:rPr>
              <a:t>description</a:t>
            </a:r>
            <a:r>
              <a:rPr lang="de-DE" altLang="de-DE" sz="1500" kern="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de-DE" altLang="de-DE" sz="1500" kern="0" dirty="0" err="1">
                <a:solidFill>
                  <a:srgbClr val="000000"/>
                </a:solidFill>
                <a:latin typeface="Helvetica" pitchFamily="2" charset="0"/>
              </a:rPr>
              <a:t>of</a:t>
            </a:r>
            <a:r>
              <a:rPr lang="de-DE" altLang="de-DE" sz="1500" kern="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de-DE" altLang="de-DE" sz="1500" kern="0" dirty="0" err="1">
                <a:solidFill>
                  <a:srgbClr val="000000"/>
                </a:solidFill>
                <a:latin typeface="Helvetica" pitchFamily="2" charset="0"/>
              </a:rPr>
              <a:t>the</a:t>
            </a:r>
            <a:r>
              <a:rPr lang="de-DE" altLang="de-DE" sz="1500" kern="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de-DE" altLang="de-DE" sz="1500" kern="0" dirty="0" err="1">
                <a:solidFill>
                  <a:srgbClr val="000000"/>
                </a:solidFill>
                <a:latin typeface="Helvetica" pitchFamily="2" charset="0"/>
              </a:rPr>
              <a:t>key</a:t>
            </a:r>
            <a:r>
              <a:rPr lang="de-DE" altLang="de-DE" sz="1500" kern="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de-DE" altLang="de-DE" sz="1500" kern="0" dirty="0" err="1">
                <a:solidFill>
                  <a:srgbClr val="000000"/>
                </a:solidFill>
                <a:latin typeface="Helvetica" pitchFamily="2" charset="0"/>
              </a:rPr>
              <a:t>methods</a:t>
            </a:r>
            <a:endParaRPr lang="de-DE" altLang="de-DE" sz="1500" kern="0" dirty="0">
              <a:solidFill>
                <a:srgbClr val="000000"/>
              </a:solidFill>
              <a:latin typeface="Helvetica" pitchFamily="2" charset="0"/>
            </a:endParaRPr>
          </a:p>
          <a:p>
            <a:pPr marL="285750" indent="-285750">
              <a:spcBef>
                <a:spcPct val="0"/>
              </a:spcBef>
              <a:buFontTx/>
              <a:buChar char="-"/>
              <a:defRPr/>
            </a:pPr>
            <a:endParaRPr lang="de-DE" altLang="de-DE" sz="1500" kern="0" dirty="0">
              <a:solidFill>
                <a:srgbClr val="000000"/>
              </a:solidFill>
              <a:latin typeface="Helvetica" pitchFamily="2" charset="0"/>
            </a:endParaRPr>
          </a:p>
          <a:p>
            <a:pPr marL="285750" indent="-285750">
              <a:spcBef>
                <a:spcPct val="0"/>
              </a:spcBef>
              <a:buFontTx/>
              <a:buChar char="-"/>
              <a:defRPr/>
            </a:pPr>
            <a:r>
              <a:rPr lang="de-DE" altLang="de-DE" sz="1500" kern="0" dirty="0">
                <a:solidFill>
                  <a:srgbClr val="000000"/>
                </a:solidFill>
                <a:latin typeface="Helvetica" pitchFamily="2" charset="0"/>
              </a:rPr>
              <a:t>Include </a:t>
            </a:r>
            <a:r>
              <a:rPr lang="de-DE" altLang="de-DE" sz="1500" kern="0" dirty="0" err="1">
                <a:solidFill>
                  <a:srgbClr val="000000"/>
                </a:solidFill>
                <a:latin typeface="Helvetica" pitchFamily="2" charset="0"/>
              </a:rPr>
              <a:t>case</a:t>
            </a:r>
            <a:r>
              <a:rPr lang="de-DE" altLang="de-DE" sz="1500" kern="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de-DE" altLang="de-DE" sz="1500" kern="0" dirty="0" err="1">
                <a:solidFill>
                  <a:srgbClr val="000000"/>
                </a:solidFill>
                <a:latin typeface="Helvetica" pitchFamily="2" charset="0"/>
              </a:rPr>
              <a:t>study</a:t>
            </a:r>
            <a:r>
              <a:rPr lang="de-DE" altLang="de-DE" sz="1500" kern="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de-DE" altLang="de-DE" sz="1500" kern="0" dirty="0" err="1">
                <a:solidFill>
                  <a:srgbClr val="000000"/>
                </a:solidFill>
                <a:latin typeface="Helvetica" pitchFamily="2" charset="0"/>
              </a:rPr>
              <a:t>or</a:t>
            </a:r>
            <a:r>
              <a:rPr lang="de-DE" altLang="de-DE" sz="1500" kern="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de-DE" altLang="de-DE" sz="1500" kern="0" dirty="0" err="1">
                <a:solidFill>
                  <a:srgbClr val="000000"/>
                </a:solidFill>
                <a:latin typeface="Helvetica" pitchFamily="2" charset="0"/>
              </a:rPr>
              <a:t>data</a:t>
            </a:r>
            <a:r>
              <a:rPr lang="de-DE" altLang="de-DE" sz="1500" kern="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de-DE" altLang="de-DE" sz="1500" kern="0" dirty="0" err="1">
                <a:solidFill>
                  <a:srgbClr val="000000"/>
                </a:solidFill>
                <a:latin typeface="Helvetica" pitchFamily="2" charset="0"/>
              </a:rPr>
              <a:t>description</a:t>
            </a:r>
            <a:endParaRPr lang="de-DE" altLang="de-DE" sz="1500" kern="0" dirty="0">
              <a:solidFill>
                <a:srgbClr val="000000"/>
              </a:solidFill>
              <a:latin typeface="DIN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500E21-55D5-E597-9D45-F13C15D753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9E3BA2-4206-6749-8453-18A2D1A8083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43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/>
        </p:nvSpPr>
        <p:spPr>
          <a:xfrm>
            <a:off x="4463988" y="4894008"/>
            <a:ext cx="270030" cy="1620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92"/>
          </a:p>
        </p:txBody>
      </p:sp>
      <p:sp>
        <p:nvSpPr>
          <p:cNvPr id="9" name="Text Box 12">
            <a:extLst>
              <a:ext uri="{FF2B5EF4-FFF2-40B4-BE49-F238E27FC236}">
                <a16:creationId xmlns:a16="http://schemas.microsoft.com/office/drawing/2014/main" id="{10442352-6775-0B40-8AC9-DF1D6FC7A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4521" y="107072"/>
            <a:ext cx="7920013" cy="93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2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2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2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2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2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Calibri" pitchFamily="34" charset="0"/>
              </a:defRPr>
            </a:lvl9pPr>
          </a:lstStyle>
          <a:p>
            <a:pPr algn="r">
              <a:spcBef>
                <a:spcPct val="0"/>
              </a:spcBef>
              <a:buNone/>
              <a:defRPr/>
            </a:pPr>
            <a:r>
              <a:rPr lang="en" sz="2800" cap="all" dirty="0">
                <a:solidFill>
                  <a:srgbClr val="FF0000"/>
                </a:solidFill>
                <a:latin typeface="Helvetica" pitchFamily="2" charset="0"/>
                <a:ea typeface="Verdana" panose="020B0604030504040204" pitchFamily="34" charset="0"/>
                <a:cs typeface="Verdana" panose="020B0604030504040204" pitchFamily="34" charset="0"/>
              </a:rPr>
              <a:t>MAIN RESULTS</a:t>
            </a:r>
            <a:endParaRPr lang="en" sz="2700" dirty="0">
              <a:solidFill>
                <a:schemeClr val="accent1">
                  <a:lumMod val="75000"/>
                </a:schemeClr>
              </a:solidFill>
              <a:latin typeface="Helvetica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r">
              <a:spcBef>
                <a:spcPct val="0"/>
              </a:spcBef>
              <a:buNone/>
              <a:defRPr/>
            </a:pPr>
            <a:endParaRPr lang="de-DE" altLang="de-DE" sz="1200" kern="0" dirty="0">
              <a:solidFill>
                <a:srgbClr val="000000"/>
              </a:solidFill>
              <a:latin typeface="Helvetica" pitchFamily="2" charset="0"/>
            </a:endParaRPr>
          </a:p>
          <a:p>
            <a:pPr algn="r">
              <a:spcBef>
                <a:spcPct val="0"/>
              </a:spcBef>
              <a:buNone/>
              <a:defRPr/>
            </a:pPr>
            <a:endParaRPr lang="de-DE" altLang="de-DE" sz="1500" kern="0" dirty="0">
              <a:solidFill>
                <a:srgbClr val="000000"/>
              </a:solidFill>
              <a:latin typeface="Helvetica" pitchFamily="2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DBE6BD-2312-4F50-0D12-011EF121C2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9E3BA2-4206-6749-8453-18A2D1A8083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693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/>
        </p:nvSpPr>
        <p:spPr>
          <a:xfrm>
            <a:off x="4463988" y="4894008"/>
            <a:ext cx="270030" cy="1620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92"/>
          </a:p>
        </p:txBody>
      </p:sp>
      <p:sp>
        <p:nvSpPr>
          <p:cNvPr id="9" name="Text Box 12">
            <a:extLst>
              <a:ext uri="{FF2B5EF4-FFF2-40B4-BE49-F238E27FC236}">
                <a16:creationId xmlns:a16="http://schemas.microsoft.com/office/drawing/2014/main" id="{10442352-6775-0B40-8AC9-DF1D6FC7A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4521" y="107072"/>
            <a:ext cx="7920013" cy="93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2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2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2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2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2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Calibri" pitchFamily="34" charset="0"/>
              </a:defRPr>
            </a:lvl9pPr>
          </a:lstStyle>
          <a:p>
            <a:pPr algn="r">
              <a:spcBef>
                <a:spcPct val="0"/>
              </a:spcBef>
              <a:buNone/>
              <a:defRPr/>
            </a:pPr>
            <a:r>
              <a:rPr lang="en" sz="2800" cap="all" dirty="0">
                <a:solidFill>
                  <a:srgbClr val="FF0000"/>
                </a:solidFill>
                <a:latin typeface="Helvetica" pitchFamily="2" charset="0"/>
                <a:ea typeface="Verdana" panose="020B0604030504040204" pitchFamily="34" charset="0"/>
                <a:cs typeface="Verdana" panose="020B0604030504040204" pitchFamily="34" charset="0"/>
              </a:rPr>
              <a:t>DISCUSSION &amp; CONCLUSION</a:t>
            </a:r>
            <a:endParaRPr lang="en" sz="2700" dirty="0">
              <a:solidFill>
                <a:schemeClr val="accent1">
                  <a:lumMod val="75000"/>
                </a:schemeClr>
              </a:solidFill>
              <a:latin typeface="Helvetica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r">
              <a:spcBef>
                <a:spcPct val="0"/>
              </a:spcBef>
              <a:buNone/>
              <a:defRPr/>
            </a:pPr>
            <a:endParaRPr lang="de-DE" altLang="de-DE" sz="1200" kern="0" dirty="0">
              <a:solidFill>
                <a:srgbClr val="000000"/>
              </a:solidFill>
              <a:latin typeface="Helvetica" pitchFamily="2" charset="0"/>
            </a:endParaRPr>
          </a:p>
          <a:p>
            <a:pPr algn="r">
              <a:spcBef>
                <a:spcPct val="0"/>
              </a:spcBef>
              <a:buNone/>
              <a:defRPr/>
            </a:pPr>
            <a:endParaRPr lang="de-DE" altLang="de-DE" sz="1500" kern="0" dirty="0">
              <a:solidFill>
                <a:srgbClr val="000000"/>
              </a:solidFill>
              <a:latin typeface="Helvetica" pitchFamily="2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D87BC7-1709-39C4-4E46-A3B44B46C3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9E3BA2-4206-6749-8453-18A2D1A80838}" type="slidenum">
              <a:rPr lang="en-US" smtClean="0"/>
              <a:t>6</a:t>
            </a:fld>
            <a:endParaRPr lang="en-US" dirty="0"/>
          </a:p>
        </p:txBody>
      </p:sp>
      <p:sp>
        <p:nvSpPr>
          <p:cNvPr id="4" name="Text Box 12">
            <a:extLst>
              <a:ext uri="{FF2B5EF4-FFF2-40B4-BE49-F238E27FC236}">
                <a16:creationId xmlns:a16="http://schemas.microsoft.com/office/drawing/2014/main" id="{B0DD6174-BAC5-15BF-2965-ABF0AB4FF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466" y="1354455"/>
            <a:ext cx="8462100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2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2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2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2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2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Calibri" pitchFamily="34" charset="0"/>
              </a:defRPr>
            </a:lvl9pPr>
          </a:lstStyle>
          <a:p>
            <a:pPr marL="285750" indent="-285750">
              <a:spcBef>
                <a:spcPct val="0"/>
              </a:spcBef>
              <a:buFontTx/>
              <a:buChar char="-"/>
              <a:defRPr/>
            </a:pPr>
            <a:r>
              <a:rPr lang="de-DE" altLang="de-DE" sz="1500" kern="0" dirty="0">
                <a:solidFill>
                  <a:srgbClr val="000000"/>
                </a:solidFill>
                <a:latin typeface="Helvetica" pitchFamily="2" charset="0"/>
              </a:rPr>
              <a:t>Include a </a:t>
            </a:r>
            <a:r>
              <a:rPr lang="de-DE" altLang="de-DE" sz="1500" kern="0" dirty="0" err="1">
                <a:solidFill>
                  <a:srgbClr val="000000"/>
                </a:solidFill>
                <a:latin typeface="Helvetica" pitchFamily="2" charset="0"/>
              </a:rPr>
              <a:t>critical</a:t>
            </a:r>
            <a:r>
              <a:rPr lang="de-DE" altLang="de-DE" sz="1500" kern="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de-DE" altLang="de-DE" sz="1500" kern="0" dirty="0" err="1">
                <a:solidFill>
                  <a:srgbClr val="000000"/>
                </a:solidFill>
                <a:latin typeface="Helvetica" pitchFamily="2" charset="0"/>
              </a:rPr>
              <a:t>discussion</a:t>
            </a:r>
            <a:r>
              <a:rPr lang="de-DE" altLang="de-DE" sz="1500" kern="0" dirty="0">
                <a:solidFill>
                  <a:srgbClr val="000000"/>
                </a:solidFill>
                <a:latin typeface="Helvetica" pitchFamily="2" charset="0"/>
              </a:rPr>
              <a:t> on </a:t>
            </a:r>
            <a:r>
              <a:rPr lang="de-DE" altLang="de-DE" sz="1500" kern="0" dirty="0" err="1">
                <a:solidFill>
                  <a:srgbClr val="000000"/>
                </a:solidFill>
                <a:latin typeface="Helvetica" pitchFamily="2" charset="0"/>
              </a:rPr>
              <a:t>the</a:t>
            </a:r>
            <a:r>
              <a:rPr lang="de-DE" altLang="de-DE" sz="1500" kern="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de-DE" altLang="de-DE" sz="1500" kern="0" dirty="0" err="1">
                <a:solidFill>
                  <a:srgbClr val="000000"/>
                </a:solidFill>
                <a:latin typeface="Helvetica" pitchFamily="2" charset="0"/>
              </a:rPr>
              <a:t>paper</a:t>
            </a:r>
            <a:r>
              <a:rPr lang="de-DE" altLang="de-DE" sz="1500" kern="0" dirty="0">
                <a:solidFill>
                  <a:srgbClr val="000000"/>
                </a:solidFill>
                <a:latin typeface="Helvetica" pitchFamily="2" charset="0"/>
              </a:rPr>
              <a:t> (was </a:t>
            </a:r>
            <a:r>
              <a:rPr lang="de-DE" altLang="de-DE" sz="1500" kern="0" dirty="0" err="1">
                <a:solidFill>
                  <a:srgbClr val="000000"/>
                </a:solidFill>
                <a:latin typeface="Helvetica" pitchFamily="2" charset="0"/>
              </a:rPr>
              <a:t>it</a:t>
            </a:r>
            <a:r>
              <a:rPr lang="de-DE" altLang="de-DE" sz="1500" kern="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de-DE" altLang="de-DE" sz="1500" kern="0" dirty="0" err="1">
                <a:solidFill>
                  <a:srgbClr val="000000"/>
                </a:solidFill>
                <a:latin typeface="Helvetica" pitchFamily="2" charset="0"/>
              </a:rPr>
              <a:t>understandable</a:t>
            </a:r>
            <a:r>
              <a:rPr lang="de-DE" altLang="de-DE" sz="1500" kern="0" dirty="0">
                <a:solidFill>
                  <a:srgbClr val="000000"/>
                </a:solidFill>
                <a:latin typeface="Helvetica" pitchFamily="2" charset="0"/>
              </a:rPr>
              <a:t>, </a:t>
            </a:r>
            <a:r>
              <a:rPr lang="de-DE" altLang="de-DE" sz="1500" kern="0" dirty="0" err="1">
                <a:solidFill>
                  <a:srgbClr val="000000"/>
                </a:solidFill>
                <a:latin typeface="Helvetica" pitchFamily="2" charset="0"/>
              </a:rPr>
              <a:t>are</a:t>
            </a:r>
            <a:r>
              <a:rPr lang="de-DE" altLang="de-DE" sz="1500" kern="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de-DE" altLang="de-DE" sz="1500" kern="0" dirty="0" err="1">
                <a:solidFill>
                  <a:srgbClr val="000000"/>
                </a:solidFill>
                <a:latin typeface="Helvetica" pitchFamily="2" charset="0"/>
              </a:rPr>
              <a:t>there</a:t>
            </a:r>
            <a:r>
              <a:rPr lang="de-DE" altLang="de-DE" sz="1500" kern="0" dirty="0">
                <a:solidFill>
                  <a:srgbClr val="000000"/>
                </a:solidFill>
                <a:latin typeface="Helvetica" pitchFamily="2" charset="0"/>
              </a:rPr>
              <a:t> relevant </a:t>
            </a:r>
            <a:r>
              <a:rPr lang="de-DE" altLang="de-DE" sz="1500" kern="0" dirty="0" err="1">
                <a:solidFill>
                  <a:srgbClr val="000000"/>
                </a:solidFill>
                <a:latin typeface="Helvetica" pitchFamily="2" charset="0"/>
              </a:rPr>
              <a:t>flaws</a:t>
            </a:r>
            <a:r>
              <a:rPr lang="de-DE" altLang="de-DE" sz="1500" kern="0" dirty="0">
                <a:solidFill>
                  <a:srgbClr val="000000"/>
                </a:solidFill>
                <a:latin typeface="Helvetica" pitchFamily="2" charset="0"/>
              </a:rPr>
              <a:t>, </a:t>
            </a:r>
            <a:r>
              <a:rPr lang="de-DE" altLang="de-DE" sz="1500" kern="0" dirty="0" err="1">
                <a:solidFill>
                  <a:srgbClr val="000000"/>
                </a:solidFill>
                <a:latin typeface="Helvetica" pitchFamily="2" charset="0"/>
              </a:rPr>
              <a:t>gaps</a:t>
            </a:r>
            <a:r>
              <a:rPr lang="de-DE" altLang="de-DE" sz="1500" kern="0" dirty="0">
                <a:solidFill>
                  <a:srgbClr val="000000"/>
                </a:solidFill>
                <a:latin typeface="Helvetica" pitchFamily="2" charset="0"/>
              </a:rPr>
              <a:t>, </a:t>
            </a:r>
            <a:r>
              <a:rPr lang="de-DE" altLang="de-DE" sz="1500" kern="0" dirty="0" err="1">
                <a:solidFill>
                  <a:srgbClr val="000000"/>
                </a:solidFill>
                <a:latin typeface="Helvetica" pitchFamily="2" charset="0"/>
              </a:rPr>
              <a:t>criticisms</a:t>
            </a:r>
            <a:r>
              <a:rPr lang="de-DE" altLang="de-DE" sz="1500" kern="0">
                <a:solidFill>
                  <a:srgbClr val="000000"/>
                </a:solidFill>
                <a:latin typeface="Helvetica" pitchFamily="2" charset="0"/>
              </a:rPr>
              <a:t>?)</a:t>
            </a:r>
            <a:endParaRPr lang="de-DE" altLang="de-DE" sz="1500" kern="0" dirty="0">
              <a:solidFill>
                <a:srgbClr val="000000"/>
              </a:solidFill>
              <a:latin typeface="DI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599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849</TotalTime>
  <Words>104</Words>
  <Application>Microsoft Macintosh PowerPoint</Application>
  <PresentationFormat>On-screen Show (16:9)</PresentationFormat>
  <Paragraphs>30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DIN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Urban user behavioural modeling using high-resolution, smart metered data and social computing</dc:title>
  <dc:creator>Andrea</dc:creator>
  <cp:lastModifiedBy>TU-Pseudonym 0219611043877956</cp:lastModifiedBy>
  <cp:revision>1148</cp:revision>
  <cp:lastPrinted>2019-06-14T15:25:55Z</cp:lastPrinted>
  <dcterms:created xsi:type="dcterms:W3CDTF">2014-09-29T07:58:28Z</dcterms:created>
  <dcterms:modified xsi:type="dcterms:W3CDTF">2026-05-28T09:10:53Z</dcterms:modified>
</cp:coreProperties>
</file>